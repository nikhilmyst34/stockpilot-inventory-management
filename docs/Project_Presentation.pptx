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66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23A"/>
                </a:solidFill>
              </a:defRPr>
            </a:pPr>
            <a:r>
              <a:t>Inventory Stock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4241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4E526C"/>
                </a:solidFill>
              </a:defRPr>
            </a:pPr>
            <a:r>
              <a:t>Using Data Structures and Algorithms</a:t>
            </a:r>
          </a:p>
          <a:p>
            <a:pPr>
              <a:spcAft>
                <a:spcPts val="1200"/>
              </a:spcAft>
              <a:defRPr sz="2200">
                <a:solidFill>
                  <a:srgbClr val="4E526C"/>
                </a:solidFill>
              </a:defRPr>
            </a:pPr>
            <a:r>
              <a:t>College / Industrial Training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INVENTORY STOCK MANAGEMENT •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66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23A"/>
                </a:solidFill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4241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E526C"/>
                </a:solidFill>
              </a:defRPr>
            </a:pPr>
            <a:r>
              <a:t>Centralizes product records and stock movement.</a:t>
            </a:r>
          </a:p>
          <a:p>
            <a:pPr>
              <a:spcAft>
                <a:spcPts val="1200"/>
              </a:spcAft>
              <a:defRPr sz="2000">
                <a:solidFill>
                  <a:srgbClr val="4E526C"/>
                </a:solidFill>
              </a:defRPr>
            </a:pPr>
            <a:r>
              <a:t>Helps monitor quantity and replenishment.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INVENTORY STOCK MANAGEMENT •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66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23A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4241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E526C"/>
                </a:solidFill>
              </a:defRPr>
            </a:pPr>
            <a:r>
              <a:t>Manual tracking risks duplicate records, inaccurate counts, and delayed reordering.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INVENTORY STOCK MANAGEMENT •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66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23A"/>
                </a:solidFill>
              </a:defRPr>
            </a:pPr>
            <a: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4241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E526C"/>
                </a:solidFill>
              </a:defRPr>
            </a:pPr>
            <a:r>
              <a:t>Maintain products</a:t>
            </a:r>
          </a:p>
          <a:p>
            <a:pPr>
              <a:spcAft>
                <a:spcPts val="1200"/>
              </a:spcAft>
              <a:defRPr sz="2000">
                <a:solidFill>
                  <a:srgbClr val="4E526C"/>
                </a:solidFill>
              </a:defRPr>
            </a:pPr>
            <a:r>
              <a:t>Validate stock changes</a:t>
            </a:r>
          </a:p>
          <a:p>
            <a:pPr>
              <a:spcAft>
                <a:spcPts val="1200"/>
              </a:spcAft>
              <a:defRPr sz="2000">
                <a:solidFill>
                  <a:srgbClr val="4E526C"/>
                </a:solidFill>
              </a:defRPr>
            </a:pPr>
            <a:r>
              <a:t>Show low-stock alerts</a:t>
            </a:r>
          </a:p>
          <a:p>
            <a:pPr>
              <a:spcAft>
                <a:spcPts val="1200"/>
              </a:spcAft>
              <a:defRPr sz="2000">
                <a:solidFill>
                  <a:srgbClr val="4E526C"/>
                </a:solidFill>
              </a:defRPr>
            </a:pPr>
            <a:r>
              <a:t>Demonstrate core DSA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INVENTORY STOCK MANAGEMENT •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66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23A"/>
                </a:solidFill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4241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E526C"/>
                </a:solidFill>
              </a:defRPr>
            </a:pPr>
            <a:r>
              <a:t>Python + Flask</a:t>
            </a:r>
          </a:p>
          <a:p>
            <a:pPr>
              <a:spcAft>
                <a:spcPts val="1200"/>
              </a:spcAft>
              <a:defRPr sz="2000">
                <a:solidFill>
                  <a:srgbClr val="4E526C"/>
                </a:solidFill>
              </a:defRPr>
            </a:pPr>
            <a:r>
              <a:t>SQLite + SQLAlchemy</a:t>
            </a:r>
          </a:p>
          <a:p>
            <a:pPr>
              <a:spcAft>
                <a:spcPts val="1200"/>
              </a:spcAft>
              <a:defRPr sz="2000">
                <a:solidFill>
                  <a:srgbClr val="4E526C"/>
                </a:solidFill>
              </a:defRPr>
            </a:pPr>
            <a:r>
              <a:t>HTML, CSS, JavaScript</a:t>
            </a:r>
          </a:p>
          <a:p>
            <a:pPr>
              <a:spcAft>
                <a:spcPts val="1200"/>
              </a:spcAft>
              <a:defRPr sz="2000">
                <a:solidFill>
                  <a:srgbClr val="4E526C"/>
                </a:solidFill>
              </a:defRPr>
            </a:pPr>
            <a:r>
              <a:t>C++17 DSA module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INVENTORY STOCK MANAGEMENT •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66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23A"/>
                </a:solidFill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4241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E526C"/>
                </a:solidFill>
              </a:defRPr>
            </a:pPr>
            <a:r>
              <a:t>Browser UI → Flask → SQLAlchemy → SQLite</a:t>
            </a:r>
          </a:p>
          <a:p>
            <a:pPr>
              <a:spcAft>
                <a:spcPts val="1200"/>
              </a:spcAft>
              <a:defRPr sz="2000">
                <a:solidFill>
                  <a:srgbClr val="4E526C"/>
                </a:solidFill>
              </a:defRPr>
            </a:pPr>
            <a:r>
              <a:t>Standalone C++17 DSA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INVENTORY STOCK MANAGEMENT •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66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23A"/>
                </a:solidFill>
              </a:defRPr>
            </a:pPr>
            <a:r>
              <a:t>Main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4241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E526C"/>
                </a:solidFill>
              </a:defRPr>
            </a:pPr>
            <a:r>
              <a:t>Product catalog and SKU search</a:t>
            </a:r>
          </a:p>
          <a:p>
            <a:pPr>
              <a:spcAft>
                <a:spcPts val="1200"/>
              </a:spcAft>
              <a:defRPr sz="2000">
                <a:solidFill>
                  <a:srgbClr val="4E526C"/>
                </a:solidFill>
              </a:defRPr>
            </a:pPr>
            <a:r>
              <a:t>Stock inward/outward</a:t>
            </a:r>
          </a:p>
          <a:p>
            <a:pPr>
              <a:spcAft>
                <a:spcPts val="1200"/>
              </a:spcAft>
              <a:defRPr sz="2000">
                <a:solidFill>
                  <a:srgbClr val="4E526C"/>
                </a:solidFill>
              </a:defRPr>
            </a:pPr>
            <a:r>
              <a:t>Low-stock report</a:t>
            </a:r>
          </a:p>
          <a:p>
            <a:pPr>
              <a:spcAft>
                <a:spcPts val="1200"/>
              </a:spcAft>
              <a:defRPr sz="2000">
                <a:solidFill>
                  <a:srgbClr val="4E526C"/>
                </a:solidFill>
              </a:defRPr>
            </a:pPr>
            <a:r>
              <a:t>Transaction history and 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INVENTORY STOCK MANAGEMENT •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66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23A"/>
                </a:solidFill>
              </a:defRPr>
            </a:pPr>
            <a:r>
              <a:t>Database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4241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E526C"/>
                </a:solidFill>
              </a:defRPr>
            </a:pPr>
            <a:r>
              <a:t>User, Category, Supplier, Product, StockTransaction</a:t>
            </a:r>
          </a:p>
          <a:p>
            <a:pPr>
              <a:spcAft>
                <a:spcPts val="1200"/>
              </a:spcAft>
              <a:defRPr sz="2000">
                <a:solidFill>
                  <a:srgbClr val="4E526C"/>
                </a:solidFill>
              </a:defRPr>
            </a:pPr>
            <a:r>
              <a:t>Primary keys and foreign keys maintain relationships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INVENTORY STOCK MANAGEMENT •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66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23A"/>
                </a:solidFill>
              </a:defRPr>
            </a:pPr>
            <a:r>
              <a:t>Data Structures &amp; 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4241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E526C"/>
                </a:solidFill>
              </a:defRPr>
            </a:pPr>
            <a:r>
              <a:t>Linear search O(n)</a:t>
            </a:r>
          </a:p>
          <a:p>
            <a:pPr>
              <a:spcAft>
                <a:spcPts val="1200"/>
              </a:spcAft>
              <a:defRPr sz="2000">
                <a:solidFill>
                  <a:srgbClr val="4E526C"/>
                </a:solidFill>
              </a:defRPr>
            </a:pPr>
            <a:r>
              <a:t>Binary search O(log n) on sorted list</a:t>
            </a:r>
          </a:p>
          <a:p>
            <a:pPr>
              <a:spcAft>
                <a:spcPts val="1200"/>
              </a:spcAft>
              <a:defRPr sz="2000">
                <a:solidFill>
                  <a:srgbClr val="4E526C"/>
                </a:solidFill>
              </a:defRPr>
            </a:pPr>
            <a:r>
              <a:t>Hash lookup average O(1)</a:t>
            </a:r>
          </a:p>
          <a:p>
            <a:pPr>
              <a:spcAft>
                <a:spcPts val="1200"/>
              </a:spcAft>
              <a:defRPr sz="2000">
                <a:solidFill>
                  <a:srgbClr val="4E526C"/>
                </a:solidFill>
              </a:defRPr>
            </a:pPr>
            <a:r>
              <a:t>Queue FIFO; stack LIFO; sorting O(n log n) typical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INVENTORY STOCK MANAGEMENT •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66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23A"/>
                </a:solidFill>
              </a:defRPr>
            </a:pPr>
            <a:r>
              <a:t>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4241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E526C"/>
                </a:solidFill>
              </a:defRPr>
            </a:pPr>
            <a:r>
              <a:t>Unique SKU</a:t>
            </a:r>
          </a:p>
          <a:p>
            <a:pPr>
              <a:spcAft>
                <a:spcPts val="1200"/>
              </a:spcAft>
              <a:defRPr sz="2000">
                <a:solidFill>
                  <a:srgbClr val="4E526C"/>
                </a:solidFill>
              </a:defRPr>
            </a:pPr>
            <a:r>
              <a:t>Positive quantities only</a:t>
            </a:r>
          </a:p>
          <a:p>
            <a:pPr>
              <a:spcAft>
                <a:spcPts val="1200"/>
              </a:spcAft>
              <a:defRPr sz="2000">
                <a:solidFill>
                  <a:srgbClr val="4E526C"/>
                </a:solidFill>
              </a:defRPr>
            </a:pPr>
            <a:r>
              <a:t>Outward stock cannot exceed available stock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INVENTORY STOCK MANAGEMENT •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66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23A"/>
                </a:solidFill>
              </a:defRPr>
            </a:pPr>
            <a:r>
              <a:t>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4241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E526C"/>
                </a:solidFill>
              </a:defRPr>
            </a:pPr>
            <a:r>
              <a:t>DSA unit tests</a:t>
            </a:r>
          </a:p>
          <a:p>
            <a:pPr>
              <a:spcAft>
                <a:spcPts val="1200"/>
              </a:spcAft>
              <a:defRPr sz="2000">
                <a:solidFill>
                  <a:srgbClr val="4E526C"/>
                </a:solidFill>
              </a:defRPr>
            </a:pPr>
            <a:r>
              <a:t>Duplicate SKU check</a:t>
            </a:r>
          </a:p>
          <a:p>
            <a:pPr>
              <a:spcAft>
                <a:spcPts val="1200"/>
              </a:spcAft>
              <a:defRPr sz="2000">
                <a:solidFill>
                  <a:srgbClr val="4E526C"/>
                </a:solidFill>
              </a:defRPr>
            </a:pPr>
            <a:r>
              <a:t>Inward/outward checks</a:t>
            </a:r>
          </a:p>
          <a:p>
            <a:pPr>
              <a:spcAft>
                <a:spcPts val="1200"/>
              </a:spcAft>
              <a:defRPr sz="2000">
                <a:solidFill>
                  <a:srgbClr val="4E526C"/>
                </a:solidFill>
              </a:defRPr>
            </a:pPr>
            <a:r>
              <a:t>Low-stock threshold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INVENTORY STOCK MANAGEMENT •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66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23A"/>
                </a:solidFill>
              </a:defRPr>
            </a:pPr>
            <a:r>
              <a:t>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4241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E526C"/>
                </a:solidFill>
              </a:defRPr>
            </a:pPr>
            <a:r>
              <a:t>Login → Add/Search product → Stock inward/outward → Review reports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INVENTORY STOCK MANAGEMENT •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66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23A"/>
                </a:solidFill>
              </a:defRPr>
            </a:pPr>
            <a:r>
              <a:t>Limitations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4241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E526C"/>
                </a:solidFill>
              </a:defRPr>
            </a:pPr>
            <a:r>
              <a:t>Basic demo login; not production-hardened</a:t>
            </a:r>
          </a:p>
          <a:p>
            <a:pPr>
              <a:spcAft>
                <a:spcPts val="1200"/>
              </a:spcAft>
              <a:defRPr sz="2000">
                <a:solidFill>
                  <a:srgbClr val="4E526C"/>
                </a:solidFill>
              </a:defRPr>
            </a:pPr>
            <a:r>
              <a:t>Add roles, exports, barcode, purchase orders, audit-safe reversal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INVENTORY STOCK MANAGEMENT •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66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23A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4241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E526C"/>
                </a:solidFill>
              </a:defRPr>
            </a:pPr>
            <a:r>
              <a:t>Combines inventory workflow, database modeling, validation, reporting and DSA.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INVENTORY STOCK MANAGEMENT •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